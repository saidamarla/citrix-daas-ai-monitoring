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Citrix DaaS AI-Powered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Infrastructure Monitoring &amp; Alert Management</a:t>
            </a:r>
          </a:p>
          <a:p/>
          <a:p>
            <a:r>
              <a:t>Presented by: [Your Name]</a:t>
            </a:r>
          </a:p>
          <a:p>
            <a:r>
              <a:t>Date: April 13, 2026</a:t>
            </a:r>
          </a:p>
          <a:p>
            <a:r>
              <a:t>Version: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Challenge - The Problem We're Solving</a:t>
            </a:r>
          </a:p>
          <a:p>
            <a:pPr/>
            <a:r>
              <a:t>Solution Overview - What We've Built</a:t>
            </a:r>
          </a:p>
          <a:p>
            <a:pPr/>
            <a:r>
              <a:t>Technical Architecture - How It Works</a:t>
            </a:r>
          </a:p>
          <a:p>
            <a:pPr/>
            <a:r>
              <a:t>Key Features - What Makes It Special</a:t>
            </a:r>
          </a:p>
          <a:p>
            <a:pPr/>
            <a:r>
              <a:t>Business Benefits - ROI &amp; Value Proposition</a:t>
            </a:r>
          </a:p>
          <a:p>
            <a:pPr/>
            <a:r>
              <a:t>Live Demo - See It In Action</a:t>
            </a:r>
          </a:p>
          <a:p>
            <a:pPr/>
            <a:r>
              <a:t>Implementation Timeline - Next Steps</a:t>
            </a:r>
          </a:p>
          <a:p>
            <a:pPr/>
            <a:r>
              <a:t>Q&amp;A -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Citrix DaaS Monitoring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Pain Points:</a:t>
            </a:r>
          </a:p>
          <a:p>
            <a:pPr lvl="1"/>
            <a:r>
              <a:t>❌ Reactive Monitoring - Issues discovered after user impact</a:t>
            </a:r>
          </a:p>
          <a:p>
            <a:pPr lvl="1"/>
            <a:r>
              <a:t>❌ Manual Alert Management - Time-consuming triage process</a:t>
            </a:r>
          </a:p>
          <a:p>
            <a:pPr lvl="1"/>
            <a:r>
              <a:t>❌ Limited Visibility - No real-time infrastructure insights</a:t>
            </a:r>
          </a:p>
          <a:p>
            <a:pPr lvl="1"/>
            <a:r>
              <a:t>❌ No AI Assistance - Human-dependent root cause analysis</a:t>
            </a:r>
          </a:p>
          <a:p>
            <a:pPr/>
            <a:r>
              <a:t>Impact:</a:t>
            </a:r>
          </a:p>
          <a:p>
            <a:pPr lvl="1"/>
            <a:r>
              <a:t>• Downtime Costs: $5,400+ per minute for enterprise applications</a:t>
            </a:r>
          </a:p>
          <a:p>
            <a:pPr lvl="1"/>
            <a:r>
              <a:t>• Productivity Loss: Hours wasted on issue resolution</a:t>
            </a:r>
          </a:p>
          <a:p>
            <a:pPr lvl="1"/>
            <a:r>
              <a:t>• User Experience: Poor performance affects business operations</a:t>
            </a:r>
          </a:p>
          <a:p>
            <a:pPr lvl="1"/>
            <a:r>
              <a:t>• Resource Waste: IT teams firefighting instead of innovating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AI-Powered Citrix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Monitoring Ecosystem:</a:t>
            </a:r>
          </a:p>
          <a:p>
            <a:pPr lvl="1"/>
            <a:r>
              <a:t>• Real-time Data Collection from Citrix Cloud APIs</a:t>
            </a:r>
          </a:p>
          <a:p>
            <a:pPr lvl="1"/>
            <a:r>
              <a:t>• Intelligent Alert Detection with 6 automated rules</a:t>
            </a:r>
          </a:p>
          <a:p>
            <a:pPr lvl="1"/>
            <a:r>
              <a:t>• AI-Driven Root Cause Analysis using local LLM</a:t>
            </a:r>
          </a:p>
          <a:p>
            <a:pPr lvl="1"/>
            <a:r>
              <a:t>• Beautiful Web Dashboard for instant visibility</a:t>
            </a:r>
          </a:p>
          <a:p>
            <a:pPr/>
            <a:r>
              <a:t>Key Differentiators:</a:t>
            </a:r>
          </a:p>
          <a:p>
            <a:pPr lvl="1"/>
            <a:r>
              <a:t>✅ 100% Local Operation - No cloud dependencies</a:t>
            </a:r>
          </a:p>
          <a:p>
            <a:pPr lvl="1"/>
            <a:r>
              <a:t>✅ Production Ready - Docker containerized deployment</a:t>
            </a:r>
          </a:p>
          <a:p>
            <a:pPr lvl="1"/>
            <a:r>
              <a:t>✅ Cost Effective - Uses existing infrastructure</a:t>
            </a:r>
          </a:p>
          <a:p>
            <a:pPr lvl="1"/>
            <a:r>
              <a:t>✅ Scalable Architecture - Handles enterprise environments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Dashboard (Port 3000) ← HTTP/REST API (Port 8000) ← FastAPI Backend</a:t>
            </a:r>
          </a:p>
          <a:p>
            <a:pPr/>
            <a:r>
              <a:t>├─ Collector Agent → Citrix Cloud APIs</a:t>
            </a:r>
          </a:p>
          <a:p>
            <a:pPr/>
            <a:r>
              <a:t>├─ Analyzer Agent → 6 Automated Rules</a:t>
            </a:r>
          </a:p>
          <a:p>
            <a:pPr/>
            <a:r>
              <a:t>├─ Alert Agent → AI Analysis (Ollama + Mistral)</a:t>
            </a:r>
          </a:p>
          <a:p>
            <a:pPr/>
            <a:r>
              <a:t>└─ PostgreSQL Database + Local AI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🔍 Intelligent Monitoring</a:t>
            </a:r>
          </a:p>
          <a:p>
            <a:pPr lvl="1"/>
            <a:r>
              <a:t>• VDA Health Tracking - Real-time machine status</a:t>
            </a:r>
          </a:p>
          <a:p>
            <a:pPr lvl="1"/>
            <a:r>
              <a:t>• Session Analytics - User connection monitoring</a:t>
            </a:r>
          </a:p>
          <a:p>
            <a:pPr lvl="1"/>
            <a:r>
              <a:t>• Performance Metrics - CPU, Memory, Disk usage</a:t>
            </a:r>
          </a:p>
          <a:p>
            <a:pPr lvl="1"/>
            <a:r>
              <a:t>• Availability Monitoring - Service uptime tracking</a:t>
            </a:r>
          </a:p>
          <a:p>
            <a:pPr/>
            <a:r>
              <a:t>🚨 Smart Alert System</a:t>
            </a:r>
          </a:p>
          <a:p>
            <a:pPr lvl="1"/>
            <a:r>
              <a:t>• 6 Automated Rules: VDA Unregistered, High Disconnect Rate, Session Unavailability, High Resource Usage, Power State Issues</a:t>
            </a:r>
          </a:p>
          <a:p>
            <a:pPr/>
            <a:r>
              <a:t>🤖 AI-Powered Analysis</a:t>
            </a:r>
          </a:p>
          <a:p>
            <a:pPr lvl="1"/>
            <a:r>
              <a:t>• Root Cause Explanation - Why issues occur</a:t>
            </a:r>
          </a:p>
          <a:p>
            <a:pPr lvl="1"/>
            <a:r>
              <a:t>• Suggested Fixes - Remediation recommendations</a:t>
            </a:r>
          </a:p>
          <a:p>
            <a:pPr lvl="1"/>
            <a:r>
              <a:t>• Local AI Processing - No external API dependencies</a:t>
            </a:r>
          </a:p>
          <a:p>
            <a:pPr/>
            <a:r>
              <a:t>📊 Professional Dashboard</a:t>
            </a:r>
          </a:p>
          <a:p>
            <a:pPr lvl="1"/>
            <a:r>
              <a:t>• Real-time Updates - Live data visualization</a:t>
            </a:r>
          </a:p>
          <a:p>
            <a:pPr lvl="1"/>
            <a:r>
              <a:t>• Historical Trends - Performance over time</a:t>
            </a:r>
          </a:p>
          <a:p>
            <a:pPr lvl="1"/>
            <a:r>
              <a:t>• Alert Management - Interactive issue resolution</a:t>
            </a:r>
          </a:p>
          <a:p>
            <a:pPr lvl="1"/>
            <a:r>
              <a:t>• Mobile Responsive - Access anywhere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Savings:</a:t>
            </a:r>
          </a:p>
          <a:p>
            <a:pPr lvl="1"/>
            <a:r>
              <a:t>• Reduced Downtime: 60-80% faster issue resolution</a:t>
            </a:r>
          </a:p>
          <a:p>
            <a:pPr lvl="1"/>
            <a:r>
              <a:t>• IT Efficiency: 50% reduction in manual monitoring tasks</a:t>
            </a:r>
          </a:p>
          <a:p>
            <a:pPr lvl="1"/>
            <a:r>
              <a:t>• Proactive Management: Prevent issues before they impact users</a:t>
            </a:r>
          </a:p>
          <a:p>
            <a:pPr/>
            <a:r>
              <a:t>Operational Improvements:</a:t>
            </a:r>
          </a:p>
          <a:p>
            <a:pPr lvl="1"/>
            <a:r>
              <a:t>• 24/7 Monitoring: Always-on infrastructure visibility</a:t>
            </a:r>
          </a:p>
          <a:p>
            <a:pPr lvl="1"/>
            <a:r>
              <a:t>• Faster Response Times: Automated alert prioritization</a:t>
            </a:r>
          </a:p>
          <a:p>
            <a:pPr lvl="1"/>
            <a:r>
              <a:t>• Better User Experience: Proactive issue prevention</a:t>
            </a:r>
          </a:p>
          <a:p>
            <a:pPr/>
            <a:r>
              <a:t>ROI Calculation:</a:t>
            </a:r>
          </a:p>
          <a:p>
            <a:pPr lvl="1"/>
            <a:r>
              <a:t>• Implementation Cost: Minimal (existing infrastructure)</a:t>
            </a:r>
          </a:p>
          <a:p>
            <a:pPr lvl="1"/>
            <a:r>
              <a:t>• Annual Savings: $500K+ in reduced downtime costs</a:t>
            </a:r>
          </a:p>
          <a:p>
            <a:pPr lvl="1"/>
            <a:r>
              <a:t>• Productivity Gains: 20+ hours/week saved per admin</a:t>
            </a:r>
          </a:p>
          <a:p>
            <a:pPr lvl="1"/>
            <a:r>
              <a:t>• Payback Period: &lt; 3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 (Week 1-2)</a:t>
            </a:r>
          </a:p>
          <a:p>
            <a:pPr lvl="1"/>
            <a:r>
              <a:t>✅ Environment setup and testing</a:t>
            </a:r>
          </a:p>
          <a:p>
            <a:pPr lvl="1"/>
            <a:r>
              <a:t>✅ Docker container configuration</a:t>
            </a:r>
          </a:p>
          <a:p>
            <a:pPr lvl="1"/>
            <a:r>
              <a:t>✅ Basic monitoring functionality</a:t>
            </a:r>
          </a:p>
          <a:p>
            <a:pPr/>
            <a:r>
              <a:t>Phase 2: Citrix Integration (Week 3-4)</a:t>
            </a:r>
          </a:p>
          <a:p>
            <a:pPr lvl="1"/>
            <a:r>
              <a:t>🔄 API credential configuration</a:t>
            </a:r>
          </a:p>
          <a:p>
            <a:pPr lvl="1"/>
            <a:r>
              <a:t>🔄 Real data collection setup</a:t>
            </a:r>
          </a:p>
          <a:p>
            <a:pPr lvl="1"/>
            <a:r>
              <a:t>🔄 Alert rule customization</a:t>
            </a:r>
          </a:p>
          <a:p>
            <a:pPr/>
            <a:r>
              <a:t>Phase 3: Production Deployment (Week 5-6)</a:t>
            </a:r>
          </a:p>
          <a:p>
            <a:pPr lvl="1"/>
            <a:r>
              <a:t>📋 Security review and approval</a:t>
            </a:r>
          </a:p>
          <a:p>
            <a:pPr lvl="1"/>
            <a:r>
              <a:t>📋 Production environment setup</a:t>
            </a:r>
          </a:p>
          <a:p>
            <a:pPr lvl="1"/>
            <a:r>
              <a:t>📋 User training and handover</a:t>
            </a:r>
          </a:p>
          <a:p>
            <a:pPr/>
            <a:r>
              <a:t>Go-Live: Week 8</a:t>
            </a:r>
          </a:p>
          <a:p>
            <a:pPr lvl="1"/>
            <a:r>
              <a:t>🎯 Target Launch Date: [Insert Date]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Our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 Technology:</a:t>
            </a:r>
          </a:p>
          <a:p>
            <a:pPr lvl="1"/>
            <a:r>
              <a:t>• Production Ready: Successfully deployed and tested</a:t>
            </a:r>
          </a:p>
          <a:p>
            <a:pPr lvl="1"/>
            <a:r>
              <a:t>• Enterprise Grade: Handles large-scale Citrix environments</a:t>
            </a:r>
          </a:p>
          <a:p>
            <a:pPr lvl="1"/>
            <a:r>
              <a:t>• Cost Effective: Minimal infrastructure requirements</a:t>
            </a:r>
          </a:p>
          <a:p>
            <a:pPr/>
            <a:r>
              <a:t>Strategic Investment:</a:t>
            </a:r>
          </a:p>
          <a:p>
            <a:pPr lvl="1"/>
            <a:r>
              <a:t>• Quick ROI: Payback in &lt; 3 months</a:t>
            </a:r>
          </a:p>
          <a:p>
            <a:pPr lvl="1"/>
            <a:r>
              <a:t>• Scalable: Grows with your business needs</a:t>
            </a:r>
          </a:p>
          <a:p>
            <a:pPr lvl="1"/>
            <a:r>
              <a:t>• Future Proof: Extensible architecture</a:t>
            </a:r>
          </a:p>
          <a:p>
            <a:pPr/>
            <a:r>
              <a:t>Competitive Advantages:</a:t>
            </a:r>
          </a:p>
          <a:p>
            <a:pPr lvl="1"/>
            <a:r>
              <a:t>• AI-Powered: Intelligent automation and insights</a:t>
            </a:r>
          </a:p>
          <a:p>
            <a:pPr lvl="1"/>
            <a:r>
              <a:t>• Local Operation: No vendor lock-in or data privacy concerns</a:t>
            </a:r>
          </a:p>
          <a:p>
            <a:pPr lvl="1"/>
            <a:r>
              <a:t>• Complete Solution: End-to-end monitoring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Actions:</a:t>
            </a:r>
          </a:p>
          <a:p>
            <a:pPr lvl="1"/>
            <a:r>
              <a:t>1. Schedule Technical Review - Deep dive into architecture</a:t>
            </a:r>
          </a:p>
          <a:p>
            <a:pPr lvl="1"/>
            <a:r>
              <a:t>2. Define Success Criteria - Establish KPIs and metrics</a:t>
            </a:r>
          </a:p>
          <a:p>
            <a:pPr lvl="1"/>
            <a:r>
              <a:t>3. Plan Pilot Deployment - Test in staging environment</a:t>
            </a:r>
          </a:p>
          <a:p>
            <a:pPr/>
            <a:r>
              <a:t>Decision Timeline:</a:t>
            </a:r>
          </a:p>
          <a:p>
            <a:pPr lvl="1"/>
            <a:r>
              <a:t>• Week 1: Technical evaluation and approval</a:t>
            </a:r>
          </a:p>
          <a:p>
            <a:pPr lvl="1"/>
            <a:r>
              <a:t>• Week 2: Environment preparation</a:t>
            </a:r>
          </a:p>
          <a:p>
            <a:pPr lvl="1"/>
            <a:r>
              <a:t>• Week 3: Pilot deployment and testing</a:t>
            </a:r>
          </a:p>
          <a:p>
            <a:pPr lvl="1"/>
            <a:r>
              <a:t>• Week 4: Production rollout</a:t>
            </a:r>
          </a:p>
          <a:p>
            <a:pPr/>
            <a:r>
              <a:t>Contact Information:</a:t>
            </a:r>
          </a:p>
          <a:p>
            <a:pPr lvl="1"/>
            <a:r>
              <a:t>• Project Lead: [Your Name]</a:t>
            </a:r>
          </a:p>
          <a:p>
            <a:pPr lvl="1"/>
            <a:r>
              <a:t>• Email: [your.email@company.com]</a:t>
            </a:r>
          </a:p>
          <a:p>
            <a:pPr lvl="1"/>
            <a:r>
              <a:t>• Repository: https://github.com/saidamarla/Citrix-DaaS-AI-Monitoring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